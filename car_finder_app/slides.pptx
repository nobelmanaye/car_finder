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Hanken Grotesk Medium"/>
      <p:regular r:id="rId12"/>
      <p:bold r:id="rId13"/>
      <p:italic r:id="rId14"/>
      <p:boldItalic r:id="rId15"/>
    </p:embeddedFont>
    <p:embeddedFont>
      <p:font typeface="Neuton Light"/>
      <p:regular r:id="rId16"/>
      <p:bold r:id="rId17"/>
      <p:boldItalic r:id="rId18"/>
    </p:embeddedFont>
    <p:embeddedFont>
      <p:font typeface="Hanken Grotesk"/>
      <p:regular r:id="rId19"/>
      <p:bold r:id="rId20"/>
      <p:italic r:id="rId21"/>
      <p:boldItalic r:id="rId22"/>
    </p:embeddedFont>
    <p:embeddedFont>
      <p:font typeface="Caveat"/>
      <p:regular r:id="rId23"/>
      <p:bold r:id="rId24"/>
    </p:embeddedFont>
    <p:embeddedFont>
      <p:font typeface="Hanken Grotesk SemiBold"/>
      <p:regular r:id="rId25"/>
      <p:bold r:id="rId26"/>
      <p:italic r:id="rId27"/>
      <p:boldItalic r:id="rId28"/>
    </p:embeddedFont>
    <p:embeddedFont>
      <p:font typeface="Neuton"/>
      <p:regular r:id="rId29"/>
      <p:bold r:id="rId30"/>
      <p:italic r:id="rId31"/>
    </p:embeddedFont>
    <p:embeddedFont>
      <p:font typeface="Hanken Grotesk Light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ankenGrotesk-bold.fntdata"/><Relationship Id="rId22" Type="http://schemas.openxmlformats.org/officeDocument/2006/relationships/font" Target="fonts/HankenGrotesk-boldItalic.fntdata"/><Relationship Id="rId21" Type="http://schemas.openxmlformats.org/officeDocument/2006/relationships/font" Target="fonts/HankenGrotesk-italic.fntdata"/><Relationship Id="rId24" Type="http://schemas.openxmlformats.org/officeDocument/2006/relationships/font" Target="fonts/Caveat-bold.fntdata"/><Relationship Id="rId23" Type="http://schemas.openxmlformats.org/officeDocument/2006/relationships/font" Target="fonts/Cave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ankenGroteskSemiBold-bold.fntdata"/><Relationship Id="rId25" Type="http://schemas.openxmlformats.org/officeDocument/2006/relationships/font" Target="fonts/HankenGroteskSemiBold-regular.fntdata"/><Relationship Id="rId28" Type="http://schemas.openxmlformats.org/officeDocument/2006/relationships/font" Target="fonts/HankenGroteskSemiBold-boldItalic.fntdata"/><Relationship Id="rId27" Type="http://schemas.openxmlformats.org/officeDocument/2006/relationships/font" Target="fonts/HankenGroteskSemiBold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Neuton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euton-italic.fntdata"/><Relationship Id="rId30" Type="http://schemas.openxmlformats.org/officeDocument/2006/relationships/font" Target="fonts/Neuton-bold.fntdata"/><Relationship Id="rId11" Type="http://schemas.openxmlformats.org/officeDocument/2006/relationships/slide" Target="slides/slide5.xml"/><Relationship Id="rId33" Type="http://schemas.openxmlformats.org/officeDocument/2006/relationships/font" Target="fonts/HankenGroteskLight-bold.fntdata"/><Relationship Id="rId10" Type="http://schemas.openxmlformats.org/officeDocument/2006/relationships/slide" Target="slides/slide4.xml"/><Relationship Id="rId32" Type="http://schemas.openxmlformats.org/officeDocument/2006/relationships/font" Target="fonts/HankenGroteskLight-regular.fntdata"/><Relationship Id="rId13" Type="http://schemas.openxmlformats.org/officeDocument/2006/relationships/font" Target="fonts/HankenGroteskMedium-bold.fntdata"/><Relationship Id="rId35" Type="http://schemas.openxmlformats.org/officeDocument/2006/relationships/font" Target="fonts/HankenGroteskLight-boldItalic.fntdata"/><Relationship Id="rId12" Type="http://schemas.openxmlformats.org/officeDocument/2006/relationships/font" Target="fonts/HankenGroteskMedium-regular.fntdata"/><Relationship Id="rId34" Type="http://schemas.openxmlformats.org/officeDocument/2006/relationships/font" Target="fonts/HankenGroteskLight-italic.fntdata"/><Relationship Id="rId15" Type="http://schemas.openxmlformats.org/officeDocument/2006/relationships/font" Target="fonts/HankenGroteskMedium-boldItalic.fntdata"/><Relationship Id="rId14" Type="http://schemas.openxmlformats.org/officeDocument/2006/relationships/font" Target="fonts/HankenGroteskMedium-italic.fntdata"/><Relationship Id="rId17" Type="http://schemas.openxmlformats.org/officeDocument/2006/relationships/font" Target="fonts/NeutonLight-bold.fntdata"/><Relationship Id="rId16" Type="http://schemas.openxmlformats.org/officeDocument/2006/relationships/font" Target="fonts/NeutonLight-regular.fntdata"/><Relationship Id="rId19" Type="http://schemas.openxmlformats.org/officeDocument/2006/relationships/font" Target="fonts/HankenGrotesk-regular.fntdata"/><Relationship Id="rId18" Type="http://schemas.openxmlformats.org/officeDocument/2006/relationships/font" Target="fonts/Neuton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44ddcd28d5_0_7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44ddcd28d5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44ddcd28d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44ddcd28d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44ddcd28d5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44ddcd28d5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44ddcd28d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44ddcd28d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44ddcd28d5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44ddcd28d5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1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4" name="Google Shape;74;p15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5" name="Google Shape;75;p15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6" name="Google Shape;76;p15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7" name="Google Shape;77;p15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8" name="Google Shape;78;p15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9" name="Google Shape;79;p15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0" name="Google Shape;80;p15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1" name="Google Shape;81;p15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2" name="Google Shape;82;p15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7" name="Google Shape;87;p1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" name="Google Shape;88;p16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6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2" name="Google Shape;92;p16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3" name="Google Shape;93;p16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6" name="Google Shape;96;p16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7" name="Google Shape;97;p16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8" name="Google Shape;98;p16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9" name="Google Shape;99;p16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16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1" name="Google Shape;101;p16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2" name="Google Shape;102;p16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7" name="Google Shape;107;p1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17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17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8" name="Google Shape;118;p17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9" name="Google Shape;119;p17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0" name="Google Shape;120;p17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1" name="Google Shape;121;p17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2" name="Google Shape;122;p17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" name="Google Shape;123;p17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4" name="Google Shape;124;p17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17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8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132" name="Google Shape;132;p18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134" name="Google Shape;134;p18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5" name="Google Shape;135;p18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136" name="Google Shape;136;p18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139" name="Google Shape;139;p19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1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1" name="Google Shape;141;p19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42" name="Google Shape;142;p19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143" name="Google Shape;143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44" name="Google Shape;144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45" name="Google Shape;145;p19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46" name="Google Shape;146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48" name="Google Shape;148;p19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49" name="Google Shape;149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51" name="Google Shape;151;p19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52" name="Google Shape;152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56" name="Google Shape;156;p20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0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58" name="Google Shape;158;p20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0" name="Google Shape;160;p20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61" name="Google Shape;161;p20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6" name="Google Shape;166;p21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7" name="Google Shape;167;p21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8" name="Google Shape;168;p21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9" name="Google Shape;169;p21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0" name="Google Shape;170;p21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2" name="Google Shape;172;p21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21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5" name="Google Shape;175;p21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6" name="Google Shape;176;p21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7" name="Google Shape;177;p21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0" name="Google Shape;180;p2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1" name="Google Shape;181;p22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2" name="Google Shape;182;p22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3" name="Google Shape;183;p22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4" name="Google Shape;184;p22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5" name="Google Shape;185;p22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8" name="Google Shape;188;p23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9" name="Google Shape;189;p23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0" name="Google Shape;190;p23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1" name="Google Shape;191;p23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2" name="Google Shape;192;p23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93" name="Google Shape;193;p23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4" name="Google Shape;194;p23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5" name="Google Shape;195;p23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6" name="Google Shape;196;p23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7" name="Google Shape;197;p23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8" name="Google Shape;198;p23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9" name="Google Shape;199;p23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0" name="Google Shape;200;p23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1" name="Google Shape;201;p23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2" name="Google Shape;202;p23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3" name="Google Shape;203;p23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4" name="Google Shape;204;p23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5" name="Google Shape;205;p23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6" name="Google Shape;206;p23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7" name="Google Shape;207;p23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8" name="Google Shape;208;p23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9" name="Google Shape;209;p23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0" name="Google Shape;210;p23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1" name="Google Shape;211;p23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4" name="Google Shape;214;p24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5" name="Google Shape;215;p24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6" name="Google Shape;216;p24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7" name="Google Shape;217;p24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8" name="Google Shape;218;p24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19" name="Google Shape;219;p24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0" name="Google Shape;220;p24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5" name="Google Shape;225;p24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6" name="Google Shape;226;p24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7" name="Google Shape;227;p24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9" name="Google Shape;229;p24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0" name="Google Shape;230;p24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1" name="Google Shape;231;p24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2" name="Google Shape;232;p24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34" name="Google Shape;234;p24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5" name="Google Shape;235;p24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6" name="Google Shape;236;p24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7" name="Google Shape;237;p24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8" name="Google Shape;238;p24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9" name="Google Shape;239;p24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0" name="Google Shape;240;p24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1" name="Google Shape;241;p24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2" name="Google Shape;242;p24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3" name="Google Shape;243;p24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5" name="Google Shape;245;p24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6" name="Google Shape;246;p24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7" name="Google Shape;247;p24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8" name="Google Shape;248;p24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2" name="Google Shape;252;p25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3" name="Google Shape;253;p25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4" name="Google Shape;254;p25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5" name="Google Shape;255;p25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5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25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5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5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1" name="Google Shape;261;p25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2" name="Google Shape;262;p25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3" name="Google Shape;263;p25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4" name="Google Shape;264;p25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5" name="Google Shape;265;p25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25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7" name="Google Shape;267;p25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8" name="Google Shape;268;p25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9" name="Google Shape;269;p25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25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25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2" name="Google Shape;272;p25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3" name="Google Shape;273;p25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4" name="Google Shape;274;p25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25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25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7" name="Google Shape;277;p25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8" name="Google Shape;278;p25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9" name="Google Shape;279;p25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0" name="Google Shape;280;p25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1" name="Google Shape;281;p25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2" name="Google Shape;282;p25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25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25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87" name="Google Shape;287;p26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8" name="Google Shape;288;p26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9" name="Google Shape;289;p26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0" name="Google Shape;290;p26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1" name="Google Shape;291;p26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2" name="Google Shape;292;p26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3" name="Google Shape;293;p26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4" name="Google Shape;294;p26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5" name="Google Shape;295;p26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6" name="Google Shape;296;p26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7" name="Google Shape;297;p26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8" name="Google Shape;298;p26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9" name="Google Shape;299;p26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0" name="Google Shape;300;p26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1" name="Google Shape;301;p26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2" name="Google Shape;302;p26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3" name="Google Shape;303;p26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4" name="Google Shape;304;p26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5" name="Google Shape;305;p26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6" name="Google Shape;306;p26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7" name="Google Shape;307;p26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8" name="Google Shape;308;p26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9" name="Google Shape;309;p26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0" name="Google Shape;310;p26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1" name="Google Shape;311;p26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26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3" name="Google Shape;313;p26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4" name="Google Shape;314;p26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5" name="Google Shape;315;p26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6" name="Google Shape;316;p26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7" name="Google Shape;317;p26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6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26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26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23" name="Google Shape;323;p2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4" name="Google Shape;324;p27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5" name="Google Shape;325;p27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6" name="Google Shape;326;p27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7" name="Google Shape;327;p27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328" name="Google Shape;328;p27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9" name="Google Shape;329;p27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0" name="Google Shape;330;p27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1" name="Google Shape;331;p27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2" name="Google Shape;332;p27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3" name="Google Shape;333;p27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4" name="Google Shape;334;p27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5" name="Google Shape;335;p27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6" name="Google Shape;336;p27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7" name="Google Shape;337;p27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8" name="Google Shape;338;p27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27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27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1" name="Google Shape;341;p27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2" name="Google Shape;342;p27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3" name="Google Shape;343;p27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4" name="Google Shape;344;p27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5" name="Google Shape;345;p27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6" name="Google Shape;346;p27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7" name="Google Shape;347;p27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27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49" name="Google Shape;349;p27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0" name="Google Shape;350;p27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1" name="Google Shape;351;p27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27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3" name="Google Shape;353;p27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4" name="Google Shape;354;p27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5" name="Google Shape;355;p27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27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7" name="Google Shape;357;p27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8" name="Google Shape;358;p27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9" name="Google Shape;359;p27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8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2" name="Google Shape;362;p28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3" name="Google Shape;363;p28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4" name="Google Shape;364;p28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5" name="Google Shape;365;p28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2" name="Google Shape;372;p28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3" name="Google Shape;373;p28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28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5" name="Google Shape;375;p28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28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28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28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28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28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1" name="Google Shape;381;p28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2" name="Google Shape;382;p28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3" name="Google Shape;383;p28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4" name="Google Shape;384;p28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5" name="Google Shape;385;p28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6" name="Google Shape;386;p28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7" name="Google Shape;387;p28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8" name="Google Shape;388;p28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9" name="Google Shape;389;p28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0" name="Google Shape;390;p28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1" name="Google Shape;391;p28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4" name="Google Shape;394;p2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95" name="Google Shape;395;p29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6" name="Google Shape;396;p29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7" name="Google Shape;397;p29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8" name="Google Shape;398;p29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9" name="Google Shape;399;p29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0" name="Google Shape;400;p29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1" name="Google Shape;401;p29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2" name="Google Shape;402;p29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3" name="Google Shape;403;p29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4" name="Google Shape;404;p29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5" name="Google Shape;405;p29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29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p29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8" name="Google Shape;408;p29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9" name="Google Shape;409;p29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0" name="Google Shape;410;p29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1" name="Google Shape;411;p29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2" name="Google Shape;412;p29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3" name="Google Shape;413;p29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4" name="Google Shape;414;p29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5" name="Google Shape;415;p29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6" name="Google Shape;416;p29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0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30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0" name="Google Shape;420;p30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30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2" name="Google Shape;422;p30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30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4" name="Google Shape;424;p30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5" name="Google Shape;425;p30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6" name="Google Shape;426;p3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27" name="Google Shape;427;p30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28" name="Google Shape;428;p30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0" name="Google Shape;430;p30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1" name="Google Shape;431;p30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2" name="Google Shape;432;p30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38" name="Google Shape;438;p31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39" name="Google Shape;439;p31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31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1" name="Google Shape;441;p31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31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3" name="Google Shape;443;p31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5" name="Google Shape;445;p31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6" name="Google Shape;446;p31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7" name="Google Shape;447;p31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50" name="Google Shape;450;p32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51" name="Google Shape;451;p32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32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3" name="Google Shape;453;p32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4" name="Google Shape;454;p32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5" name="Google Shape;455;p32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6" name="Google Shape;456;p32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7" name="Google Shape;457;p32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8" name="Google Shape;458;p32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9" name="Google Shape;459;p32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0" name="Google Shape;460;p32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1" name="Google Shape;461;p32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2" name="Google Shape;462;p32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3" name="Google Shape;463;p32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4" name="Google Shape;464;p32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5" name="Google Shape;465;p32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6" name="Google Shape;466;p32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7" name="Google Shape;467;p32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8" name="Google Shape;468;p32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2" name="Google Shape;472;p33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3" name="Google Shape;473;p33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4" name="Google Shape;474;p33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75" name="Google Shape;475;p33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33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33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33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33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33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1" name="Google Shape;481;p33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2" name="Google Shape;482;p33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3" name="Google Shape;483;p33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4" name="Google Shape;484;p33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5" name="Google Shape;485;p33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3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7" name="Google Shape;487;p33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8" name="Google Shape;488;p33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9" name="Google Shape;489;p33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0" name="Google Shape;490;p33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4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3" name="Google Shape;493;p34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4" name="Google Shape;494;p34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5" name="Google Shape;495;p3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6" name="Google Shape;496;p3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97" name="Google Shape;497;p34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98" name="Google Shape;498;p34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99" name="Google Shape;499;p34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500" name="Google Shape;500;p3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01" name="Google Shape;501;p34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02" name="Google Shape;502;p34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3" name="Google Shape;503;p34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4" name="Google Shape;504;p34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5" name="Google Shape;505;p34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6" name="Google Shape;506;p34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7" name="Google Shape;507;p34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8" name="Google Shape;508;p34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9" name="Google Shape;509;p34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0" name="Google Shape;510;p34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1" name="Google Shape;511;p34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2" name="Google Shape;512;p34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3" name="Google Shape;513;p34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6" name="Google Shape;516;p35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17" name="Google Shape;517;p35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18" name="Google Shape;518;p35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35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22" name="Google Shape;522;p36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23" name="Google Shape;523;p36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24" name="Google Shape;524;p36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5" name="Google Shape;525;p36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7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8" name="Google Shape;528;p37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9" name="Google Shape;529;p37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0" name="Google Shape;530;p37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1" name="Google Shape;531;p37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2" name="Google Shape;532;p37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3" name="Google Shape;533;p37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4" name="Google Shape;534;p37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5" name="Google Shape;535;p37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6" name="Google Shape;536;p37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7" name="Google Shape;537;p37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8" name="Google Shape;538;p37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9" name="Google Shape;539;p37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0" name="Google Shape;540;p37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1" name="Google Shape;541;p37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2" name="Google Shape;542;p3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43" name="Google Shape;543;p37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4" name="Google Shape;544;p37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5" name="Google Shape;545;p37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6" name="Google Shape;546;p37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7" name="Google Shape;547;p37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8" name="Google Shape;548;p37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9" name="Google Shape;549;p37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0" name="Google Shape;550;p37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1" name="Google Shape;551;p37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2" name="Google Shape;552;p37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7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4" name="Google Shape;554;p37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5" name="Google Shape;555;p37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6" name="Google Shape;556;p37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37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0" name="Google Shape;560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65" name="Google Shape;56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68" name="Google Shape;568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9" name="Google Shape;569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4" name="Google Shape;574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9" name="Google Shape;579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0" name="Google Shape;580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5" name="Google Shape;585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9" name="Google Shape;589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0" name="Google Shape;590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1" name="Google Shape;591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2" name="Google Shape;592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3" name="Google Shape;593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4" name="Google Shape;594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7" name="Google Shape;597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8" name="Google Shape;598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1" name="Google Shape;601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2" name="Google Shape;602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3" name="Google Shape;603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04" name="Google Shape;604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7" name="Google Shape;607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8" name="Google Shape;608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9" name="Google Shape;609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0" name="Google Shape;610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1" name="Google Shape;611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2" name="Google Shape;612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5" name="Google Shape;615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6" name="Google Shape;616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7" name="Google Shape;617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8" name="Google Shape;618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9" name="Google Shape;619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0" name="Google Shape;620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1" name="Google Shape;621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2" name="Google Shape;622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25" name="Google Shape;625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8" name="Google Shape;628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29" name="Google Shape;629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30" name="Google Shape;630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1" name="Google Shape;63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32" name="Google Shape;632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33" name="Google Shape;633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6" name="Google Shape;636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7" name="Google Shape;637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8" name="Google Shape;638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9" name="Google Shape;639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40" name="Google Shape;640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1" name="Google Shape;64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42" name="Google Shape;642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3" name="Google Shape;643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4" name="Google Shape;644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49" name="Google Shape;649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0" name="Google Shape;650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1" name="Google Shape;651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2" name="Google Shape;652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3" name="Google Shape;653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4" name="Google Shape;654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55" name="Google Shape;655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6" name="Google Shape;656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7" name="Google Shape;657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9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3" name="Google Shape;663;p59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4" name="Google Shape;664;p59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5" name="Google Shape;665;p59"/>
          <p:cNvSpPr txBox="1"/>
          <p:nvPr>
            <p:ph type="title"/>
          </p:nvPr>
        </p:nvSpPr>
        <p:spPr>
          <a:xfrm>
            <a:off x="561750" y="454575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/>
              <a:t>CarFinder</a:t>
            </a:r>
            <a:endParaRPr/>
          </a:p>
        </p:txBody>
      </p:sp>
      <p:sp>
        <p:nvSpPr>
          <p:cNvPr id="666" name="Google Shape;666;p59"/>
          <p:cNvSpPr txBox="1"/>
          <p:nvPr>
            <p:ph idx="1" type="body"/>
          </p:nvPr>
        </p:nvSpPr>
        <p:spPr>
          <a:xfrm>
            <a:off x="593174" y="3978850"/>
            <a:ext cx="4550400" cy="8976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500">
                <a:solidFill>
                  <a:srgbClr val="595959"/>
                </a:solidFill>
                <a:latin typeface="Caveat"/>
                <a:ea typeface="Caveat"/>
                <a:cs typeface="Caveat"/>
                <a:sym typeface="Caveat"/>
              </a:rPr>
              <a:t>“One-shot click-to-buy AI”</a:t>
            </a:r>
            <a:endParaRPr sz="17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667" name="Google Shape;667;p59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CarFinder</a:t>
            </a:r>
            <a:endParaRPr/>
          </a:p>
        </p:txBody>
      </p:sp>
      <p:sp>
        <p:nvSpPr>
          <p:cNvPr id="668" name="Google Shape;668;p59"/>
          <p:cNvSpPr txBox="1"/>
          <p:nvPr>
            <p:ph idx="3" type="subTitle"/>
          </p:nvPr>
        </p:nvSpPr>
        <p:spPr>
          <a:xfrm>
            <a:off x="5355525" y="4300850"/>
            <a:ext cx="3651600" cy="426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Co-Founders: Noble Manaye &amp; Mike Pham</a:t>
            </a:r>
            <a:endParaRPr sz="1500"/>
          </a:p>
        </p:txBody>
      </p:sp>
      <p:pic>
        <p:nvPicPr>
          <p:cNvPr id="669" name="Google Shape;669;p59" title="moneyca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7125" y="1080738"/>
            <a:ext cx="3465926" cy="23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App’s Function</a:t>
            </a:r>
            <a:endParaRPr/>
          </a:p>
        </p:txBody>
      </p:sp>
      <p:sp>
        <p:nvSpPr>
          <p:cNvPr id="675" name="Google Shape;675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Receives images of the car and then gives you the price and where to buy. </a:t>
            </a:r>
            <a:endParaRPr/>
          </a:p>
        </p:txBody>
      </p:sp>
      <p:pic>
        <p:nvPicPr>
          <p:cNvPr id="676" name="Google Shape;67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9346" y="1966300"/>
            <a:ext cx="4300027" cy="279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682" name="Google Shape;682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61"/>
          <p:cNvSpPr/>
          <p:nvPr/>
        </p:nvSpPr>
        <p:spPr>
          <a:xfrm>
            <a:off x="1540875" y="1569700"/>
            <a:ext cx="1892700" cy="1206900"/>
          </a:xfrm>
          <a:prstGeom prst="rect">
            <a:avLst/>
          </a:prstGeom>
          <a:solidFill>
            <a:srgbClr val="9900FF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Gemma 3-4B</a:t>
            </a:r>
            <a:endParaRPr/>
          </a:p>
        </p:txBody>
      </p:sp>
      <p:sp>
        <p:nvSpPr>
          <p:cNvPr id="684" name="Google Shape;684;p61"/>
          <p:cNvSpPr/>
          <p:nvPr/>
        </p:nvSpPr>
        <p:spPr>
          <a:xfrm>
            <a:off x="6699500" y="1401875"/>
            <a:ext cx="2386500" cy="1481400"/>
          </a:xfrm>
          <a:prstGeom prst="flowChartAlternateProcess">
            <a:avLst/>
          </a:prstGeom>
          <a:solidFill>
            <a:schemeClr val="dk1"/>
          </a:solidFill>
          <a:ln cap="flat" cmpd="sng" w="76200">
            <a:solidFill>
              <a:srgbClr val="FFE5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User’s Car Picture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85" name="Google Shape;685;p61"/>
          <p:cNvSpPr/>
          <p:nvPr/>
        </p:nvSpPr>
        <p:spPr>
          <a:xfrm>
            <a:off x="4242825" y="1463050"/>
            <a:ext cx="1714500" cy="1420200"/>
          </a:xfrm>
          <a:prstGeom prst="rect">
            <a:avLst/>
          </a:prstGeom>
          <a:solidFill>
            <a:srgbClr val="3C78D8"/>
          </a:solidFill>
          <a:ln cap="flat" cmpd="sng" w="38100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Multimodal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binarization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86" name="Google Shape;686;p61"/>
          <p:cNvSpPr/>
          <p:nvPr/>
        </p:nvSpPr>
        <p:spPr>
          <a:xfrm>
            <a:off x="2583175" y="3520450"/>
            <a:ext cx="2222100" cy="13182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scraping</a:t>
            </a:r>
            <a:endParaRPr/>
          </a:p>
        </p:txBody>
      </p:sp>
      <p:sp>
        <p:nvSpPr>
          <p:cNvPr id="687" name="Google Shape;687;p61"/>
          <p:cNvSpPr/>
          <p:nvPr/>
        </p:nvSpPr>
        <p:spPr>
          <a:xfrm>
            <a:off x="5724175" y="3418425"/>
            <a:ext cx="2907792" cy="1206900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688" name="Google Shape;688;p61"/>
          <p:cNvSpPr/>
          <p:nvPr/>
        </p:nvSpPr>
        <p:spPr>
          <a:xfrm>
            <a:off x="6067863" y="1819650"/>
            <a:ext cx="521100" cy="4641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61"/>
          <p:cNvSpPr/>
          <p:nvPr/>
        </p:nvSpPr>
        <p:spPr>
          <a:xfrm>
            <a:off x="3577650" y="1833000"/>
            <a:ext cx="521100" cy="437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61"/>
          <p:cNvSpPr/>
          <p:nvPr/>
        </p:nvSpPr>
        <p:spPr>
          <a:xfrm rot="-6623169">
            <a:off x="2912504" y="2929766"/>
            <a:ext cx="521034" cy="437502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61"/>
          <p:cNvSpPr/>
          <p:nvPr/>
        </p:nvSpPr>
        <p:spPr>
          <a:xfrm rot="10337389">
            <a:off x="5004163" y="3803173"/>
            <a:ext cx="521010" cy="43747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Implementation</a:t>
            </a:r>
            <a:endParaRPr/>
          </a:p>
        </p:txBody>
      </p:sp>
      <p:sp>
        <p:nvSpPr>
          <p:cNvPr id="697" name="Google Shape;697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Scraping </a:t>
            </a:r>
            <a:r>
              <a:rPr b="1" i="1" lang="en" sz="5000"/>
              <a:t>robots.txt</a:t>
            </a:r>
            <a:endParaRPr b="1" i="1" sz="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5000"/>
              <a:t>More Advanced Error Checking</a:t>
            </a:r>
            <a:endParaRPr b="1" i="1" sz="5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1" sz="5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63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3" name="Google Shape;703;p63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4" name="Google Shape;704;p63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5" name="Google Shape;705;p63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6" name="Google Shape;706;p63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7" name="Google Shape;707;p63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8" name="Google Shape;708;p63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9" name="Google Shape;709;p63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710" name="Google Shape;710;p63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711" name="Google Shape;711;p63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712" name="Google Shape;712;p63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713" name="Google Shape;713;p63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714" name="Google Shape;714;p63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715" name="Google Shape;715;p63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6667" name="adj"/>
            </a:avLst>
          </a:prstGeom>
        </p:spPr>
      </p:sp>
      <p:pic>
        <p:nvPicPr>
          <p:cNvPr descr="A portrait of a businesswoman in formal attire. " id="716" name="Google Shape;716;p63"/>
          <p:cNvPicPr preferRelativeResize="0"/>
          <p:nvPr/>
        </p:nvPicPr>
        <p:blipFill rotWithShape="1">
          <a:blip r:embed="rId3">
            <a:alphaModFix/>
          </a:blip>
          <a:srcRect b="47573" l="0" r="25116" t="2505"/>
          <a:stretch/>
        </p:blipFill>
        <p:spPr>
          <a:xfrm>
            <a:off x="325854" y="928493"/>
            <a:ext cx="930900" cy="930900"/>
          </a:xfrm>
          <a:prstGeom prst="roundRect">
            <a:avLst>
              <a:gd fmla="val 12670" name="adj"/>
            </a:avLst>
          </a:prstGeom>
          <a:noFill/>
          <a:ln>
            <a:noFill/>
          </a:ln>
        </p:spPr>
      </p:pic>
      <p:sp>
        <p:nvSpPr>
          <p:cNvPr id="717" name="Google Shape;717;p63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6667" name="adj"/>
            </a:avLst>
          </a:prstGeom>
        </p:spPr>
      </p:sp>
      <p:sp>
        <p:nvSpPr>
          <p:cNvPr id="718" name="Google Shape;718;p63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6667" name="adj"/>
            </a:avLst>
          </a:prstGeom>
        </p:spPr>
      </p:sp>
      <p:pic>
        <p:nvPicPr>
          <p:cNvPr descr="A portrait of a woman outdoors in a sunny day. " id="719" name="Google Shape;719;p63"/>
          <p:cNvPicPr preferRelativeResize="0"/>
          <p:nvPr/>
        </p:nvPicPr>
        <p:blipFill rotWithShape="1">
          <a:blip r:embed="rId4">
            <a:alphaModFix/>
          </a:blip>
          <a:srcRect b="27302" l="8534" r="16271" t="12580"/>
          <a:stretch/>
        </p:blipFill>
        <p:spPr>
          <a:xfrm>
            <a:off x="325851" y="2396325"/>
            <a:ext cx="930900" cy="930900"/>
          </a:xfrm>
          <a:prstGeom prst="roundRect">
            <a:avLst>
              <a:gd fmla="val 12622" name="adj"/>
            </a:avLst>
          </a:prstGeom>
          <a:noFill/>
          <a:ln>
            <a:noFill/>
          </a:ln>
        </p:spPr>
      </p:pic>
      <p:pic>
        <p:nvPicPr>
          <p:cNvPr descr="A portrait of a confident woman looking at the camera in a park. " id="720" name="Google Shape;720;p63"/>
          <p:cNvPicPr preferRelativeResize="0"/>
          <p:nvPr/>
        </p:nvPicPr>
        <p:blipFill rotWithShape="1">
          <a:blip r:embed="rId5">
            <a:alphaModFix/>
          </a:blip>
          <a:srcRect b="24788" l="24199" r="12749" t="33214"/>
          <a:stretch/>
        </p:blipFill>
        <p:spPr>
          <a:xfrm>
            <a:off x="325850" y="3849175"/>
            <a:ext cx="930900" cy="930900"/>
          </a:xfrm>
          <a:prstGeom prst="roundRect">
            <a:avLst>
              <a:gd fmla="val 12485" name="adj"/>
            </a:avLst>
          </a:prstGeom>
          <a:noFill/>
          <a:ln>
            <a:noFill/>
          </a:ln>
        </p:spPr>
      </p:pic>
      <p:sp>
        <p:nvSpPr>
          <p:cNvPr id="721" name="Google Shape;721;p63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/>
              <a:t>Write a brief bio of this team member. Include their background, expertise, and project responsibilities.</a:t>
            </a:r>
            <a:endParaRPr/>
          </a:p>
        </p:txBody>
      </p:sp>
      <p:sp>
        <p:nvSpPr>
          <p:cNvPr id="722" name="Google Shape;722;p63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/>
              <a:t>Write a brief bio of this team member. Include their background, expertise, and project responsibilities.</a:t>
            </a:r>
            <a:endParaRPr/>
          </a:p>
        </p:txBody>
      </p:sp>
      <p:sp>
        <p:nvSpPr>
          <p:cNvPr id="723" name="Google Shape;723;p63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/>
              <a:t>Write a brief bio of this team member. Include their background, expertise, and project responsibilities.</a:t>
            </a:r>
            <a:endParaRPr/>
          </a:p>
        </p:txBody>
      </p:sp>
      <p:sp>
        <p:nvSpPr>
          <p:cNvPr id="724" name="Google Shape;724;p6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Team</a:t>
            </a:r>
            <a:endParaRPr/>
          </a:p>
        </p:txBody>
      </p:sp>
      <p:sp>
        <p:nvSpPr>
          <p:cNvPr id="725" name="Google Shape;725;p63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Landscape</a:t>
            </a:r>
            <a:endParaRPr/>
          </a:p>
        </p:txBody>
      </p:sp>
      <p:sp>
        <p:nvSpPr>
          <p:cNvPr id="726" name="Google Shape;726;p63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Opportunities</a:t>
            </a:r>
            <a:endParaRPr/>
          </a:p>
        </p:txBody>
      </p:sp>
      <p:sp>
        <p:nvSpPr>
          <p:cNvPr id="727" name="Google Shape;727;p63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Timeline</a:t>
            </a:r>
            <a:endParaRPr/>
          </a:p>
        </p:txBody>
      </p:sp>
      <p:cxnSp>
        <p:nvCxnSpPr>
          <p:cNvPr id="728" name="Google Shape;728;p63"/>
          <p:cNvCxnSpPr/>
          <p:nvPr/>
        </p:nvCxnSpPr>
        <p:spPr>
          <a:xfrm rot="10800000">
            <a:off x="-2425" y="36400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9" name="Google Shape;729;p63"/>
          <p:cNvCxnSpPr/>
          <p:nvPr/>
        </p:nvCxnSpPr>
        <p:spPr>
          <a:xfrm rot="10800000">
            <a:off x="-2425" y="21278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